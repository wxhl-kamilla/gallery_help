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73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59" r:id="rId4"/>
    <p:sldId id="260" r:id="rId5"/>
    <p:sldId id="264" r:id="rId6"/>
    <p:sldId id="265" r:id="rId7"/>
    <p:sldId id="266" r:id="rId8"/>
    <p:sldId id="267" r:id="rId9"/>
    <p:sldId id="268" r:id="rId10"/>
    <p:sldId id="261" r:id="rId11"/>
    <p:sldId id="262" r:id="rId12"/>
    <p:sldId id="263" r:id="rId13"/>
    <p:sldId id="257" r:id="rId14"/>
  </p:sldIdLst>
  <p:sldSz cx="14630400" cy="8229600"/>
  <p:notesSz cx="8229600" cy="146304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Arimo" panose="020B0604020202020204" charset="0"/>
      <p:regular r:id="rId21"/>
    </p:embeddedFont>
    <p:embeddedFont>
      <p:font typeface="Outfit Extra Bold" panose="020B0604020202020204" charset="0"/>
      <p:regular r:id="rId22"/>
    </p:embeddedFont>
    <p:embeddedFont>
      <p:font typeface="Palatino Linotype" panose="02040502050505030304" pitchFamily="18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-330" y="-11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09FAD-8618-4C33-BD1F-2F0C90218D9D}" type="datetimeFigureOut">
              <a:rPr lang="ru-RU" smtClean="0"/>
              <a:t>29.05.2025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A89B1-5F8A-4740-AA75-B5CA05E64A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260858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119323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645921"/>
            <a:ext cx="12557760" cy="2312670"/>
          </a:xfrm>
        </p:spPr>
        <p:txBody>
          <a:bodyPr anchor="b">
            <a:noAutofit/>
          </a:bodyPr>
          <a:lstStyle>
            <a:lvl1pPr>
              <a:defRPr sz="770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4206240"/>
            <a:ext cx="10241280" cy="210312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097280" y="4078224"/>
            <a:ext cx="12557760" cy="190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2834641"/>
            <a:ext cx="12435840" cy="2640330"/>
          </a:xfrm>
        </p:spPr>
        <p:txBody>
          <a:bodyPr anchor="b">
            <a:normAutofit/>
          </a:bodyPr>
          <a:lstStyle>
            <a:lvl1pPr algn="l">
              <a:defRPr sz="69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5552238"/>
            <a:ext cx="12435840" cy="1800224"/>
          </a:xfrm>
        </p:spPr>
        <p:txBody>
          <a:bodyPr anchor="t">
            <a:normAutofit/>
          </a:bodyPr>
          <a:lstStyle>
            <a:lvl1pPr marL="0" indent="0">
              <a:buNone/>
              <a:defRPr sz="3400">
                <a:solidFill>
                  <a:schemeClr val="tx2"/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170432" y="5519318"/>
            <a:ext cx="12557760" cy="190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008022"/>
            <a:ext cx="6461760" cy="5661965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2008022"/>
            <a:ext cx="6461760" cy="5661965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11680"/>
            <a:ext cx="6291072" cy="767714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900" b="0">
                <a:solidFill>
                  <a:schemeClr val="tx2"/>
                </a:solidFill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926080"/>
            <a:ext cx="6291072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07808" y="2011680"/>
            <a:ext cx="6291072" cy="767714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9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07808" y="2926080"/>
            <a:ext cx="6291072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4490339" y="4854829"/>
            <a:ext cx="5650992" cy="127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950496"/>
            <a:ext cx="3423514" cy="1514246"/>
          </a:xfrm>
        </p:spPr>
        <p:txBody>
          <a:bodyPr anchor="b">
            <a:noAutofit/>
          </a:bodyPr>
          <a:lstStyle>
            <a:lvl1pPr algn="l">
              <a:defRPr sz="3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880" y="950496"/>
            <a:ext cx="9144000" cy="6693408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1" y="2556663"/>
            <a:ext cx="3423514" cy="5092338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1094582" y="4295930"/>
            <a:ext cx="6693408" cy="254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950976"/>
            <a:ext cx="3428288" cy="1517904"/>
          </a:xfrm>
        </p:spPr>
        <p:txBody>
          <a:bodyPr anchor="b">
            <a:normAutofit/>
          </a:bodyPr>
          <a:lstStyle>
            <a:lvl1pPr algn="l">
              <a:defRPr sz="3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3776" y="1005841"/>
            <a:ext cx="9447024" cy="6600547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0" y="2560320"/>
            <a:ext cx="3423514" cy="509137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731520"/>
            <a:ext cx="3291840" cy="7040880"/>
          </a:xfrm>
        </p:spPr>
        <p:txBody>
          <a:bodyPr vert="eaVert" anchor="b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731520"/>
            <a:ext cx="9631680" cy="704088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560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434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505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497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765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40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64943"/>
            <a:ext cx="14630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0080"/>
            <a:ext cx="13167360" cy="1188720"/>
          </a:xfrm>
          <a:prstGeom prst="rect">
            <a:avLst/>
          </a:prstGeom>
        </p:spPr>
        <p:txBody>
          <a:bodyPr vert="horz" lIns="130622" tIns="65311" rIns="130622" bIns="65311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852160"/>
          </a:xfrm>
          <a:prstGeom prst="rect">
            <a:avLst/>
          </a:prstGeom>
        </p:spPr>
        <p:txBody>
          <a:bodyPr vert="horz" lIns="130622" tIns="65311" rIns="130622" bIns="65311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4630400" cy="438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0622" tIns="65311" rIns="130622" bIns="65311"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21946"/>
            <a:ext cx="4632960" cy="395021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>
              <a:defRPr sz="17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86400" y="21946"/>
            <a:ext cx="6583680" cy="395021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ctr">
              <a:defRPr sz="17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192000" y="21946"/>
            <a:ext cx="1706880" cy="395021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>
              <a:defRPr sz="2000" b="1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</p:sldLayoutIdLst>
  <p:hf hdr="0" ftr="0" dt="0"/>
  <p:txStyles>
    <p:titleStyle>
      <a:lvl1pPr algn="l" defTabSz="1306220" rtl="0" eaLnBrk="1" latinLnBrk="0" hangingPunct="1">
        <a:spcBef>
          <a:spcPct val="0"/>
        </a:spcBef>
        <a:buNone/>
        <a:defRPr sz="5700" kern="1200" spc="-143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1244" indent="-261244" algn="l" defTabSz="130622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indent="-261244" algn="l" defTabSz="130622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044976" indent="-261244" algn="l" defTabSz="130622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842" indent="-261244" algn="l" defTabSz="130622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1698087" indent="-195933" algn="l" defTabSz="130622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959331" indent="-261244" algn="l" defTabSz="130622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220575" indent="-261244" algn="l" defTabSz="130622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2481819" indent="-261244" algn="l" defTabSz="130622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3" indent="-261244" algn="l" defTabSz="130622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 smtClean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Гид картинной галереи</a:t>
            </a:r>
            <a:r>
              <a:rPr lang="en-US" sz="4450" b="1" dirty="0" smtClean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: </a:t>
            </a: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Телеграм-бот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217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Виртуальная галерея для знакомства с картинами и художниками.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9397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Интерактивное взаимодействие с произведениями искусства в мессенджере.</a:t>
            </a:r>
            <a:endParaRPr lang="en-US" sz="1750" dirty="0"/>
          </a:p>
        </p:txBody>
      </p:sp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69425"/>
            <a:ext cx="73050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Основные функции бота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183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17306" y="3196233"/>
            <a:ext cx="42923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Функции для пользователей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68665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Просмотр каталогов художников и картин, оставление отзывов, получение помощи, поиск картины.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17306" y="4943951"/>
            <a:ext cx="47273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Функции для администраторов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543437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Управление художниками, картинами и отзывами, добавление и редактирование данных.</a:t>
            </a:r>
            <a:endParaRPr lang="en-US" sz="1750" dirty="0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>
          <a:xfrm>
            <a:off x="13106400" y="7020232"/>
            <a:ext cx="792480" cy="623672"/>
          </a:xfrm>
        </p:spPr>
        <p:txBody>
          <a:bodyPr>
            <a:normAutofit fontScale="85000" lnSpcReduction="20000"/>
          </a:bodyPr>
          <a:lstStyle/>
          <a:p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954"/>
            <a:ext cx="76821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Техническая архитектура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Технологии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pyTelegramBotAPI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Excel для хранения данных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для обработки изображений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Модули бота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15885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gallery_bot.py — основной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60105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handlers.py — обработчики команд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4324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database.py — база данных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4854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utils.py — вспомогательные функции</a:t>
            </a:r>
            <a:endParaRPr lang="en-US" sz="1750" dirty="0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845" y="416967"/>
            <a:ext cx="5427405" cy="78126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694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Структура данных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183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Художники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686651"/>
            <a:ext cx="28994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Имя, биография, стиль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1183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0919" y="31962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Картины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368665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Название, описание, год, изображение, связь с художником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2898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30906" y="5306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Отзывы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79727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Текст, оценка, дата, роль пользователя</a:t>
            </a:r>
            <a:endParaRPr lang="en-US" sz="1750" dirty="0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2060"/>
                </a:solidFill>
              </a:rPr>
              <a:t>Как и для кого работает</a:t>
            </a:r>
            <a:r>
              <a:rPr lang="en-US" dirty="0" smtClean="0">
                <a:solidFill>
                  <a:srgbClr val="002060"/>
                </a:solidFill>
              </a:rPr>
              <a:t> ?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4294967295"/>
          </p:nvPr>
        </p:nvSpPr>
        <p:spPr>
          <a:xfrm>
            <a:off x="731520" y="1819941"/>
            <a:ext cx="12433300" cy="302034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Посетители выставок — хотят узнать о картинах без экскурсовода.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Экскурсоводы — используют бота как помощник для ответов на частые вопросы.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Кураторы и администраторы — управляют каталогом картин и художников.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4971434"/>
            <a:ext cx="13082588" cy="237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372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0541" y="807229"/>
            <a:ext cx="6790157" cy="1188720"/>
          </a:xfrm>
        </p:spPr>
        <p:txBody>
          <a:bodyPr/>
          <a:lstStyle/>
          <a:p>
            <a:r>
              <a:rPr lang="ru-RU" dirty="0" smtClean="0">
                <a:solidFill>
                  <a:srgbClr val="002060"/>
                </a:solidFill>
              </a:rPr>
              <a:t>Структура проекта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8" r="63999" b="7435"/>
          <a:stretch/>
        </p:blipFill>
        <p:spPr>
          <a:xfrm>
            <a:off x="9346456" y="600751"/>
            <a:ext cx="5008642" cy="6871766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50" y="2477729"/>
            <a:ext cx="8873961" cy="4195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170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02033" y="718738"/>
            <a:ext cx="7261037" cy="1188720"/>
          </a:xfrm>
        </p:spPr>
        <p:txBody>
          <a:bodyPr/>
          <a:lstStyle/>
          <a:p>
            <a:r>
              <a:rPr lang="ru-RU" dirty="0" smtClean="0">
                <a:solidFill>
                  <a:srgbClr val="002060"/>
                </a:solidFill>
              </a:rPr>
              <a:t>Что использовали</a:t>
            </a:r>
            <a:r>
              <a:rPr lang="en-US" dirty="0" smtClean="0">
                <a:solidFill>
                  <a:srgbClr val="002060"/>
                </a:solidFill>
              </a:rPr>
              <a:t> ?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64" t="7743" r="32892" b="75193"/>
          <a:stretch/>
        </p:blipFill>
        <p:spPr>
          <a:xfrm>
            <a:off x="795219" y="2013045"/>
            <a:ext cx="12364222" cy="5490999"/>
          </a:xfr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229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17002" y="640080"/>
            <a:ext cx="13167360" cy="118872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Реализация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5379" y="1722611"/>
            <a:ext cx="6291072" cy="767714"/>
          </a:xfrm>
        </p:spPr>
        <p:txBody>
          <a:bodyPr/>
          <a:lstStyle/>
          <a:p>
            <a:r>
              <a:rPr lang="ru-RU" dirty="0" smtClean="0">
                <a:solidFill>
                  <a:srgbClr val="002060"/>
                </a:solidFill>
              </a:rPr>
              <a:t>Начало работы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528" y="2365640"/>
            <a:ext cx="5522434" cy="5548001"/>
          </a:xfrm>
        </p:spPr>
      </p:pic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239" y="870821"/>
            <a:ext cx="5272451" cy="6947779"/>
          </a:xfr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685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0234" y="833775"/>
            <a:ext cx="4273099" cy="1188720"/>
          </a:xfrm>
        </p:spPr>
        <p:txBody>
          <a:bodyPr/>
          <a:lstStyle/>
          <a:p>
            <a:r>
              <a:rPr lang="ru-RU" dirty="0" smtClean="0">
                <a:solidFill>
                  <a:srgbClr val="002060"/>
                </a:solidFill>
              </a:rPr>
              <a:t>Реализация</a:t>
            </a: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619" y="640080"/>
            <a:ext cx="4925962" cy="7156028"/>
          </a:xfrm>
        </p:spPr>
      </p:pic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168" y="640080"/>
            <a:ext cx="4265663" cy="7156028"/>
          </a:xfr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9</a:t>
            </a:fld>
            <a:endParaRPr lang="en-US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61"/>
          <a:stretch/>
        </p:blipFill>
        <p:spPr>
          <a:xfrm>
            <a:off x="196097" y="2526891"/>
            <a:ext cx="4641374" cy="514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19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5402"/>
            <a:ext cx="70498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Преимущества проекта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Удобный доступ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Быстрый доступ к информации о произведениях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Интерактивность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Активное взаимодействие с галереей и отзывами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14342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Гибкость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93919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Управление контентом и масштабируемая архитектура</a:t>
            </a:r>
            <a:endParaRPr lang="en-US" sz="1750" dirty="0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101" y="818105"/>
            <a:ext cx="64000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Итоги и перспективы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16101" y="253323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Современное виртуальное решение для продвижения искусства.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16101" y="381142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Проект развивается, интегрируя новые технологии и функции.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481533" y="26867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Открыт для идей и сотрудничества с экспертами.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81533" y="325375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Содействует популяризации и доступности искусства онлайн.</a:t>
            </a:r>
            <a:endParaRPr lang="en-US" sz="1750" dirty="0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 smtClean="0"/>
              <a:t>Материалы  и работа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Наша доска на </a:t>
            </a:r>
            <a:r>
              <a:rPr lang="en-US" dirty="0" smtClean="0"/>
              <a:t>Miro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344" y="3534569"/>
            <a:ext cx="3524250" cy="3524250"/>
          </a:xfrm>
        </p:spPr>
      </p:pic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 smtClean="0"/>
              <a:t>Репозиторий</a:t>
            </a:r>
            <a:r>
              <a:rPr lang="ru-RU" dirty="0" smtClean="0"/>
              <a:t> </a:t>
            </a:r>
            <a:r>
              <a:rPr lang="en-US" dirty="0"/>
              <a:t>GitHub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806" y="3153569"/>
            <a:ext cx="4286250" cy="4286250"/>
          </a:xfr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31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8701" y="20663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8000" b="1" dirty="0" err="1" smtClean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Наша</a:t>
            </a:r>
            <a:r>
              <a:rPr lang="en-US" sz="4450" b="1" dirty="0" smtClean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</a:t>
            </a:r>
            <a:r>
              <a:rPr lang="en-US" sz="8000" b="1" dirty="0" err="1" smtClean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команда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4628701" y="3228723"/>
            <a:ext cx="59606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Когай Камилла Teamlead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628702" y="3846777"/>
            <a:ext cx="79270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Лепа Александр Backend-разработчик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628701" y="4464830"/>
            <a:ext cx="70028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Сергей Граховский AI-разработчик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628702" y="5082884"/>
            <a:ext cx="756329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Панченкова Ольга Fronted-разработчик</a:t>
            </a:r>
            <a:endParaRPr lang="en-US" sz="2800" dirty="0"/>
          </a:p>
        </p:txBody>
      </p:sp>
      <p:sp>
        <p:nvSpPr>
          <p:cNvPr id="18" name="Заголовок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Номер слайда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Ясность">
  <a:themeElements>
    <a:clrScheme name="Ясность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Базовая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Ясност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4373</TotalTime>
  <Words>231</Words>
  <Application>Microsoft Office PowerPoint</Application>
  <PresentationFormat>Произвольный</PresentationFormat>
  <Paragraphs>76</Paragraphs>
  <Slides>13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Times New Roman</vt:lpstr>
      <vt:lpstr>Calibri</vt:lpstr>
      <vt:lpstr>Arimo</vt:lpstr>
      <vt:lpstr>Outfit Extra Bold</vt:lpstr>
      <vt:lpstr>Palatino Linotype</vt:lpstr>
      <vt:lpstr>Ясность</vt:lpstr>
      <vt:lpstr>Презентация PowerPoint</vt:lpstr>
      <vt:lpstr>Презентация PowerPoint</vt:lpstr>
      <vt:lpstr>Презентация PowerPoint</vt:lpstr>
      <vt:lpstr>Презентация PowerPoint</vt:lpstr>
      <vt:lpstr>Как и для кого работает ?</vt:lpstr>
      <vt:lpstr>Структура проекта</vt:lpstr>
      <vt:lpstr>Что использовали ?</vt:lpstr>
      <vt:lpstr>Реализация</vt:lpstr>
      <vt:lpstr>Реализация</vt:lpstr>
      <vt:lpstr>Презентация PowerPoint</vt:lpstr>
      <vt:lpstr>Презентация PowerPoint</vt:lpstr>
      <vt:lpstr>Материалы  и работа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Olga</cp:lastModifiedBy>
  <cp:revision>11</cp:revision>
  <dcterms:created xsi:type="dcterms:W3CDTF">2025-05-18T18:44:21Z</dcterms:created>
  <dcterms:modified xsi:type="dcterms:W3CDTF">2025-05-29T21:30:51Z</dcterms:modified>
</cp:coreProperties>
</file>